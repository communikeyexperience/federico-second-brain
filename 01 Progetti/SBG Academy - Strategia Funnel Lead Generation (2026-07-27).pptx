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4A1E3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 BEAUTY GALLERY — SBG ACADEMY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di Acquisizione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Qualificati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budget marketing stimato a un funnel operativo: asset, ruoli e investimento indicativo per portare lead qualificati alle quattro Academy tecniche.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luglio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 di Communikey Experience — ipotesi di lavoro, da validare con Daniele Buzzanca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cosa partiamo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contesto economico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E9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177.000€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aggregati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pax per percorso, 4 percorsi)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7373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E9E9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76.400€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4340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aggregato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(43% sul ricavo)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7373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4E9E9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15-20.000€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0" y="2606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stimato/anno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oggi NON inclusa nei conti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il marketing è una riga stimata, non un piano operativo. L'obiettivo di questo funnel è trasformare quei 15-20.000€/anno in un flusso costante e misurabile di lead qualificati, capace di riempire le classi (minimo 10 partecipanti) sui quattro percorsi tecnici — partendo da quelli a marginalità più alta.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Contesto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struttura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funnel: dal click all'iscrizione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420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Traffico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79192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25420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79192" y="3310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53712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09744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25420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9744" y="3310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dati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4264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40296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0296" y="25420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Nurturing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0296" y="3310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qualificazione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14816" y="27889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070848" y="23774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25420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Iscrizione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70848" y="3310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ha bisogno di un asset e di un owner dedicato — nelle prossime slide li mettiamo a fuoco uno per uno.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E9E9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il modello CRM/PPC descritto qui non nasce da zero — riprende la collaborazione con il team di Roberto Atzori, già in valutazione per Communikey Experience su altri clienti (Iknosys, Coach Academy).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Il funnel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necessario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841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dedicata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pagina pensata per convertire, non una vetrina generica: hero con promessa chiara, prova sociale (formatori, sbocchi, testimonianze), form di raccolta lead breve.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valutare: hub unico Academy vs. una landing per percorso (Signature, Colori, Care, Barber) — i percorsi hanno pubblici e prezzi diversi, una landing segmentata converte meglio ma costa di più in setup.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euro speso in PPC atterra qui: è il pezzo che decide se il traffico diventa lead o rimbalza.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E9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PROPOSTO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605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web Communikey — Stefano Figus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325112" cy="4434840"/>
          </a:xfrm>
          <a:prstGeom prst="roundRect">
            <a:avLst>
              <a:gd name="adj" fmla="val 1691"/>
            </a:avLst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2011680"/>
            <a:ext cx="3685032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011680"/>
            <a:ext cx="3685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PROMESSA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2971800"/>
            <a:ext cx="1751076" cy="6858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69196" y="2971800"/>
            <a:ext cx="1751076" cy="68580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971800"/>
            <a:ext cx="1751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569196" y="2971800"/>
            <a:ext cx="1751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SBOCCHI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3840480"/>
            <a:ext cx="3685032" cy="1371600"/>
          </a:xfrm>
          <a:prstGeom prst="roundRect">
            <a:avLst>
              <a:gd name="adj" fmla="val 3333"/>
            </a:avLst>
          </a:prstGeom>
          <a:solidFill>
            <a:srgbClr val="A26769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3840480"/>
            <a:ext cx="3685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 · contatto · percorso)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5394960"/>
            <a:ext cx="2496312" cy="502920"/>
          </a:xfrm>
          <a:prstGeom prst="roundRect">
            <a:avLst>
              <a:gd name="adj" fmla="val 50909"/>
            </a:avLst>
          </a:prstGeom>
          <a:solidFill>
            <a:srgbClr val="ECE2D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5394960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RICHIEDI INFO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Asset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necessario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841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Contenuti visivi: foto e video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che serve due volte: alimenta sia la landing sia le creatività delle campagne a pagamento. Senza contenuto reale, il funnel parte già zoppo.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serve: aule in azione durante i moduli, ritratti dei formatori (Signature, Colori, Care, Barber), momenti pratici sui modelli, brevi video-testimonianza di ex allievi.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shooting organizzato in coincidenza con un'edizione già in corso riduce i costi e dà contenuto autentico, non posato.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E9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PROPOSTO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605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Collu — fotografia/contenuti Communikey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325112" cy="4434840"/>
          </a:xfrm>
          <a:prstGeom prst="roundRect">
            <a:avLst>
              <a:gd name="adj" fmla="val 1691"/>
            </a:avLst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2011680"/>
            <a:ext cx="1760220" cy="1815084"/>
          </a:xfrm>
          <a:prstGeom prst="roundRect">
            <a:avLst>
              <a:gd name="adj" fmla="val 25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011680"/>
            <a:ext cx="176022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60052" y="2011680"/>
            <a:ext cx="1760220" cy="1815084"/>
          </a:xfrm>
          <a:prstGeom prst="roundRect">
            <a:avLst>
              <a:gd name="adj" fmla="val 25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60052" y="2011680"/>
            <a:ext cx="176022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3991356"/>
            <a:ext cx="1760220" cy="1815084"/>
          </a:xfrm>
          <a:prstGeom prst="roundRect">
            <a:avLst>
              <a:gd name="adj" fmla="val 25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991356"/>
            <a:ext cx="176022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60052" y="3991356"/>
            <a:ext cx="1760220" cy="1815084"/>
          </a:xfrm>
          <a:prstGeom prst="roundRect">
            <a:avLst>
              <a:gd name="adj" fmla="val 25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0052" y="3991356"/>
            <a:ext cx="176022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Asset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necessario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841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Campagna Pay-Per-Click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 candidati: Google Ads (ricerca già calda su percorsi specifici) e Meta Ads (costruzione di domanda su pubblici in target, es. neo-diplomati o parrucchieri junior).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una competenza specialistica che oggi Communikey non copre direttamente in autonomia — da qui l'ipotesi di riusare il team/CRM di Roberto Atzori, già in trattativa per altri clienti.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 realismo: sul caso Coach Academy, il budget minimo stimato per una visibilità reale su Google Ads è 350-500€/mese, per canale — sotto quella soglia i dati non sono significativi.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E9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PROPOSTO (da confermare)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605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Team/CRM Roberto Atzori — collaborazione in valutazione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325112" cy="4434840"/>
          </a:xfrm>
          <a:prstGeom prst="roundRect">
            <a:avLst>
              <a:gd name="adj" fmla="val 1691"/>
            </a:avLst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2148840"/>
            <a:ext cx="3776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350-500€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589520" y="3063240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minimo indicativo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canale / mese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3977640"/>
            <a:ext cx="3227832" cy="0"/>
          </a:xfrm>
          <a:prstGeom prst="line">
            <a:avLst/>
          </a:prstGeom>
          <a:noFill/>
          <a:ln w="9525">
            <a:solidFill>
              <a:srgbClr val="ECE2D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4206240"/>
            <a:ext cx="35935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(benchmark derivato dal caso Coach Academy — sotto soglia, i dati non sono significativi)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Asset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necessario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841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e gestione commerciale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lead senza follow-up è un euro bruciato: serve un sistema che tracci ogni contatto, lo qualifichi (percorso di interesse, urgenza, budget) e scandisca i tempi di ricontatto.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logica del funnel PPC: si può riusare il CRM proprietario del team Atzori, oppure valutare un'alternativa gestita internamente da SBG/Communikey.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critico non ancora assegnato: chi risponde in prima persona al lead e conduce la trattativa fino all'iscrizione? Non basta il sistema — serve un responsabile commerciale chiaro (vedi Angolo Cieco).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4E9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PROPOSTO (da confermare)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605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Roberto Atzori, gestione commerciale da assegnare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325112" cy="4434840"/>
          </a:xfrm>
          <a:prstGeom prst="roundRect">
            <a:avLst>
              <a:gd name="adj" fmla="val 1691"/>
            </a:avLst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2011680"/>
            <a:ext cx="3685032" cy="838962"/>
          </a:xfrm>
          <a:prstGeom prst="roundRect">
            <a:avLst>
              <a:gd name="adj" fmla="val 54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011680"/>
            <a:ext cx="3685032" cy="838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2960370"/>
            <a:ext cx="3685032" cy="838962"/>
          </a:xfrm>
          <a:prstGeom prst="roundRect">
            <a:avLst>
              <a:gd name="adj" fmla="val 545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960370"/>
            <a:ext cx="3685032" cy="838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3909060"/>
            <a:ext cx="3685032" cy="838962"/>
          </a:xfrm>
          <a:prstGeom prst="roundRect">
            <a:avLst>
              <a:gd name="adj" fmla="val 5450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909060"/>
            <a:ext cx="3685032" cy="838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857750"/>
            <a:ext cx="3685032" cy="838962"/>
          </a:xfrm>
          <a:prstGeom prst="roundRect">
            <a:avLst>
              <a:gd name="adj" fmla="val 5450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857750"/>
            <a:ext cx="3685032" cy="838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Iscritto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Asset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perimetro economico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indicativo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468880"/>
        </p:xfrm>
        <a:graphic>
          <a:graphicData uri="http://schemas.openxmlformats.org/drawingml/2006/table">
            <a:tbl>
              <a:tblPr/>
              <a:tblGrid>
                <a:gridCol w="5120640"/>
                <a:gridCol w="2468880"/>
                <a:gridCol w="35021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landing page (one-off)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preventivare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web Communikey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 foto/video (one-off)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preventivare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Matteo Collu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Gestione PPC + CRM (retainer mensile)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~1.000€/mese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 Roberto Atzori, in valutazione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budget 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350-500€/mese min.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caso Coach Academy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4E9E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590288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retainer di gestione e il media budget minimo sommano a circa 1.350-1.500€/mese (16.200-18.000€/anno) — coerenti con la forbice di 15-20.000€/anno già stimata nell'analisi economica di SBG. I costi one-off (landing, shooting) si aggiungono nel primo mese e non si ripetono a regime.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Investimento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parte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in tre fasi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E9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Setup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live, primo shooting, CRM configurato, campagna pronta al lancio.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2-3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Test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 campagna a budget minimo, primi lead raccolti, calibrazione messaggi/target.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4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4+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Scala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su ciò che converte, focus su Barber (50% margine) e Colori (45%).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Roadmap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ANGOLO CIECO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Punti da chiarire prima di partire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4A1E3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gestisce i lead in ingresso?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responsabile commerciale esplicito — il CRM segnala il lead, ma qualcuno deve chiamarlo e chiudere. Non ancora assegnato tra SBG e Communikey.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4A1E3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4787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è lo specialista PPC?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95935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L'ipotesi Roberto Atzori è coerente col modello già in valutazione altrove in Communikey, ma disponibilità e costo per SBG non sono ancora confermati.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946904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4A1E3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84064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funnel presuppone un accordo formalizzato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piano ha senso solo dentro una collaborazione scritta e chiara tra Communikey e SBG — il tema che affrontiamo subito dopo questa presentazione.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Angolo Cieco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qui in avanti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F4E9E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con Daniele Buzzanca gli owner ipotizzati per ciascun asset (landing, shooting, PPC, CRM/commerciale).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9718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il budget ads reale disponibile, dentro o oltre la forbice 15-20.000€/anno.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931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Chiudere la valutazione PPC/CRM con Roberto Atzori (o individuare un'alternativa) — disponibilità e costo per SBG.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8920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Formalizzare l'accordo Communikey–SBG (Federico Gaudino, Cristiano Musa, Daniele Buzzanca) prima di attivare qualunque asset.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Prossimi passi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SBG Academy — Strategia Lead Generation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2026-07-27T13:06:51Z</dcterms:created>
  <dcterms:modified xsi:type="dcterms:W3CDTF">2026-07-27T13:06:51Z</dcterms:modified>
</cp:coreProperties>
</file>